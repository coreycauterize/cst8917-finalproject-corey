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257E-8BD9-CCD7-7FE2-0A8B02846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DAB52-ED8C-AB3C-F7BF-0BB94320F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09F38-16BD-2FFC-712B-61E67A9B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31FE5-0436-6685-6379-907488FD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78054-5DAB-4E1B-999C-502C2ACA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266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6945-6A80-6D45-2C8C-C66004C3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DD8E5-98B5-DD95-843E-DF6DB70EC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7733E-2E5C-ECD6-33B3-F92501F7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8192B-1213-18BC-5239-861A26A9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60D7F-8156-FB2A-426A-77747354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23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2717-44B3-CB30-C49B-39FA632B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5F71A-89D3-E459-9BD4-5679CD8F8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731C8-3DD0-264D-C825-1820C724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81A69-9C6F-F3D4-7821-F99B8D3D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36A67-AF17-E95F-EDB3-F9C68045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949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31A0-D4DE-996E-6FB2-17AA48B7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99237-0E39-DBCC-7CCC-72AD157A2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9AF87-97EB-99C7-42B6-DE4DBBCDC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3A368-7EC8-DA85-1B83-0190B135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6C792-EFF8-496A-C7A4-5AE85F77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EA693-97B5-E399-328C-049EF243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055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A8F1-562A-CD36-BCD9-891B15DA1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C3E3D-0AE0-43FD-F6B5-5934D5BB9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F37F0-6895-2BEA-D70A-4F560F81D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6E82B-64D5-0C1C-C78B-0587AF0F9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349AAE-ECDD-9ACA-C9C7-671D8BFEB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FB85B-94C2-B6BA-CAC4-10EC99FC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3C9E0-0C58-BA9F-C38C-1F94900F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BA6D0-1585-FF60-50D5-C55C1E8E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66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C132-7199-5FE0-CC82-B46560CA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772A6-7255-B166-1785-554CB7AF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ED9CE-551D-FA60-2B57-929EE08C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788C2-62F8-2BE5-7E6A-C73438FF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055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B4799-EAC4-F89E-DA47-B3C52200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9C00F-AB95-E00A-515E-638556B7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858BF-EBC7-1C81-2E32-AD1AC308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0580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2266-01D0-D3FD-D683-79C8EF14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9573-0E60-5A46-F376-B27D169A9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FD9AF-F67A-AF90-A0D9-E419AE73F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D3D54-9054-DAED-7167-278707AA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D0AF6-2594-42B8-C6BC-537FD2E2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27EB8-122D-9939-1208-3DACAA03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323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46DA-8627-8E20-469F-DE5283F9D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85BE70-A41B-5977-76CF-6218ABB29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48E96-7609-0E11-7345-A53BCCB6E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A8E6F-EB5D-BD19-1ABE-3F14C1283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565C5-F835-6A31-5360-06A2C1EA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3AF22-5ED0-AFA6-36E3-2EDC2938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45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5777-894A-598F-6695-1965BA20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C447D-9FAA-1C32-F39E-22ED305DB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C6AFB-65B4-4906-EC53-93AB7B34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89753-AC0E-EAB1-FB4D-BC41159A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B3740-9360-1A4C-2FEB-C8724FAB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64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AA71E-A145-F43A-ADBC-A1ED930D7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8126D-98F3-417D-7304-78EAD096B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0FCEC-FCAD-61B1-457C-C7E0A478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6474-DBD4-1699-FDD3-ADF9C0CB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CBF92-02E0-54B0-1370-44C98EDB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267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F1692-35AC-6BAF-C8B5-A1AC218F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52BEA-7C51-4123-D036-556A633DA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4EE4E-C1FF-8147-2AD4-5E87E213D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E69D4-7559-4B45-9818-AF92618D3827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09682-1325-0D77-E50A-B17673AA1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7C7A4-4F3D-7F81-B919-63E1D3E9C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D922A-D5FF-4F34-9B20-8B2529DA22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336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523B-5A82-9FD3-1FBA-04E35D3A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49EE6-D062-BF04-CBB6-93BF05A68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Build two Azure-based implementations of the same expense approval workflow and compare their architecture, complexity, cost, and usability.</a:t>
            </a:r>
          </a:p>
        </p:txBody>
      </p:sp>
    </p:spTree>
    <p:extLst>
      <p:ext uri="{BB962C8B-B14F-4D97-AF65-F5344CB8AC3E}">
        <p14:creationId xmlns:p14="http://schemas.microsoft.com/office/powerpoint/2010/main" val="91244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60E6-FA07-F1AA-4AA2-D7584E99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41A14-1F9B-00F6-FC54-8DDA6A91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DCC69-365C-8528-9FAC-5D4C121E7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701" y="0"/>
            <a:ext cx="66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6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4417-684D-4904-9E65-EE107D25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B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496B95-8B47-85DC-C5F5-D3AC709E5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7499" y="0"/>
            <a:ext cx="7797090" cy="668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48B3-68E9-D9E7-ED8A-3E6A227D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517CD-4AB7-5DC3-410D-BC0FAEE05D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55A61-F657-8B58-DC53-C6B29A7322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518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FB94-E214-7D27-9376-C5F79BE9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90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Recommended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498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0645-C50E-26C3-DCD9-011EA4A0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97602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Intro</vt:lpstr>
      <vt:lpstr>Version A</vt:lpstr>
      <vt:lpstr>Version B</vt:lpstr>
      <vt:lpstr>Comparison</vt:lpstr>
      <vt:lpstr>Recommended</vt:lpstr>
      <vt:lpstr>Lessons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Corey Mark-Stewart</dc:creator>
  <cp:lastModifiedBy>Corey Mark-Stewart</cp:lastModifiedBy>
  <cp:revision>1</cp:revision>
  <dcterms:created xsi:type="dcterms:W3CDTF">2026-08-15T01:42:04Z</dcterms:created>
  <dcterms:modified xsi:type="dcterms:W3CDTF">2026-08-15T02:00:16Z</dcterms:modified>
</cp:coreProperties>
</file>